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642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1AE31-63BC-4097-90E7-E3F6CCC37804}" type="doc">
      <dgm:prSet loTypeId="urn:microsoft.com/office/officeart/2005/8/layout/arrow5" loCatId="relationship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B87B471-FD39-4877-ABEE-94FF2852E8AE}">
      <dgm:prSet/>
      <dgm:spPr/>
      <dgm:t>
        <a:bodyPr/>
        <a:lstStyle/>
        <a:p>
          <a:r>
            <a:rPr lang="en-US"/>
            <a:t>• Design Thinking para el análisis de necesidades y solución creativa.</a:t>
          </a:r>
        </a:p>
      </dgm:t>
    </dgm:pt>
    <dgm:pt modelId="{C1F3910E-C332-4778-A2CF-2EB4E4473A49}" type="parTrans" cxnId="{6F0383AA-8B2C-4E12-9ADD-0B096A561012}">
      <dgm:prSet/>
      <dgm:spPr/>
      <dgm:t>
        <a:bodyPr/>
        <a:lstStyle/>
        <a:p>
          <a:endParaRPr lang="en-US"/>
        </a:p>
      </dgm:t>
    </dgm:pt>
    <dgm:pt modelId="{483D9BA7-118F-4C00-848C-7E7EC33CCDD4}" type="sibTrans" cxnId="{6F0383AA-8B2C-4E12-9ADD-0B096A561012}">
      <dgm:prSet/>
      <dgm:spPr/>
      <dgm:t>
        <a:bodyPr/>
        <a:lstStyle/>
        <a:p>
          <a:endParaRPr lang="en-US"/>
        </a:p>
      </dgm:t>
    </dgm:pt>
    <dgm:pt modelId="{B0A22311-BA97-4E22-8F0F-CFA88C1CCB6C}">
      <dgm:prSet/>
      <dgm:spPr/>
      <dgm:t>
        <a:bodyPr/>
        <a:lstStyle/>
        <a:p>
          <a:r>
            <a:rPr lang="en-US"/>
            <a:t>• MoSCoW para priorización de requisitos.</a:t>
          </a:r>
        </a:p>
      </dgm:t>
    </dgm:pt>
    <dgm:pt modelId="{D618B4BD-C88B-4F98-A92A-05122240AA65}" type="parTrans" cxnId="{5D354429-6ED4-4BC4-B8C4-00DD671C63BC}">
      <dgm:prSet/>
      <dgm:spPr/>
      <dgm:t>
        <a:bodyPr/>
        <a:lstStyle/>
        <a:p>
          <a:endParaRPr lang="en-US"/>
        </a:p>
      </dgm:t>
    </dgm:pt>
    <dgm:pt modelId="{8F5CF303-6A88-48F7-8E86-7A9E4C5310CA}" type="sibTrans" cxnId="{5D354429-6ED4-4BC4-B8C4-00DD671C63BC}">
      <dgm:prSet/>
      <dgm:spPr/>
      <dgm:t>
        <a:bodyPr/>
        <a:lstStyle/>
        <a:p>
          <a:endParaRPr lang="en-US"/>
        </a:p>
      </dgm:t>
    </dgm:pt>
    <dgm:pt modelId="{C850ACCC-62F8-4CA0-9719-3E74CCBACBF5}">
      <dgm:prSet/>
      <dgm:spPr/>
      <dgm:t>
        <a:bodyPr/>
        <a:lstStyle/>
        <a:p>
          <a:r>
            <a:rPr lang="en-US"/>
            <a:t>• UML para modelado de casos de uso y estructuras.</a:t>
          </a:r>
        </a:p>
      </dgm:t>
    </dgm:pt>
    <dgm:pt modelId="{EB3E5DEF-240D-4C70-8FFA-5959E8EF1FCB}" type="parTrans" cxnId="{29C955D5-7069-41B3-949A-DA913723E856}">
      <dgm:prSet/>
      <dgm:spPr/>
      <dgm:t>
        <a:bodyPr/>
        <a:lstStyle/>
        <a:p>
          <a:endParaRPr lang="en-US"/>
        </a:p>
      </dgm:t>
    </dgm:pt>
    <dgm:pt modelId="{EE516C67-1AF8-4499-A8C2-5677C2A713CB}" type="sibTrans" cxnId="{29C955D5-7069-41B3-949A-DA913723E856}">
      <dgm:prSet/>
      <dgm:spPr/>
      <dgm:t>
        <a:bodyPr/>
        <a:lstStyle/>
        <a:p>
          <a:endParaRPr lang="en-US"/>
        </a:p>
      </dgm:t>
    </dgm:pt>
    <dgm:pt modelId="{2132AE57-452B-4431-A9B5-66FEB93F531A}">
      <dgm:prSet/>
      <dgm:spPr/>
      <dgm:t>
        <a:bodyPr/>
        <a:lstStyle/>
        <a:p>
          <a:r>
            <a:rPr lang="en-US"/>
            <a:t>• Control de versiones con Git.</a:t>
          </a:r>
        </a:p>
      </dgm:t>
    </dgm:pt>
    <dgm:pt modelId="{1F4D8E00-20F3-4B13-A777-841DB17E704E}" type="parTrans" cxnId="{570903C7-BA07-414E-9B59-D4CC66F325F6}">
      <dgm:prSet/>
      <dgm:spPr/>
      <dgm:t>
        <a:bodyPr/>
        <a:lstStyle/>
        <a:p>
          <a:endParaRPr lang="en-US"/>
        </a:p>
      </dgm:t>
    </dgm:pt>
    <dgm:pt modelId="{83E5BE41-DD2C-4771-82B6-C836A27C87A2}" type="sibTrans" cxnId="{570903C7-BA07-414E-9B59-D4CC66F325F6}">
      <dgm:prSet/>
      <dgm:spPr/>
      <dgm:t>
        <a:bodyPr/>
        <a:lstStyle/>
        <a:p>
          <a:endParaRPr lang="en-US"/>
        </a:p>
      </dgm:t>
    </dgm:pt>
    <dgm:pt modelId="{12B3FCF6-C4B2-4479-B430-1816FA5FA127}">
      <dgm:prSet/>
      <dgm:spPr/>
      <dgm:t>
        <a:bodyPr/>
        <a:lstStyle/>
        <a:p>
          <a:r>
            <a:rPr lang="en-US"/>
            <a:t>• Gestión de tareas con Trello.</a:t>
          </a:r>
        </a:p>
      </dgm:t>
    </dgm:pt>
    <dgm:pt modelId="{BA342E2E-A0AF-41D2-B0EF-CB58FC585601}" type="parTrans" cxnId="{DF713E23-08F3-4745-A36E-E8989E1C1605}">
      <dgm:prSet/>
      <dgm:spPr/>
      <dgm:t>
        <a:bodyPr/>
        <a:lstStyle/>
        <a:p>
          <a:endParaRPr lang="en-US"/>
        </a:p>
      </dgm:t>
    </dgm:pt>
    <dgm:pt modelId="{44841EA7-A143-4CE2-9791-5E2D1B6C72AC}" type="sibTrans" cxnId="{DF713E23-08F3-4745-A36E-E8989E1C1605}">
      <dgm:prSet/>
      <dgm:spPr/>
      <dgm:t>
        <a:bodyPr/>
        <a:lstStyle/>
        <a:p>
          <a:endParaRPr lang="en-US"/>
        </a:p>
      </dgm:t>
    </dgm:pt>
    <dgm:pt modelId="{61565E57-77EC-461E-852A-345D76C84E0E}" type="pres">
      <dgm:prSet presAssocID="{C3F1AE31-63BC-4097-90E7-E3F6CCC37804}" presName="diagram" presStyleCnt="0">
        <dgm:presLayoutVars>
          <dgm:dir/>
          <dgm:resizeHandles val="exact"/>
        </dgm:presLayoutVars>
      </dgm:prSet>
      <dgm:spPr/>
    </dgm:pt>
    <dgm:pt modelId="{84DDB3F8-6BEF-411C-9A4B-6EE46925B471}" type="pres">
      <dgm:prSet presAssocID="{AB87B471-FD39-4877-ABEE-94FF2852E8AE}" presName="arrow" presStyleLbl="node1" presStyleIdx="0" presStyleCnt="5">
        <dgm:presLayoutVars>
          <dgm:bulletEnabled val="1"/>
        </dgm:presLayoutVars>
      </dgm:prSet>
      <dgm:spPr/>
    </dgm:pt>
    <dgm:pt modelId="{B32158C6-928A-4CDD-B4D2-CA0705309DB8}" type="pres">
      <dgm:prSet presAssocID="{B0A22311-BA97-4E22-8F0F-CFA88C1CCB6C}" presName="arrow" presStyleLbl="node1" presStyleIdx="1" presStyleCnt="5">
        <dgm:presLayoutVars>
          <dgm:bulletEnabled val="1"/>
        </dgm:presLayoutVars>
      </dgm:prSet>
      <dgm:spPr/>
    </dgm:pt>
    <dgm:pt modelId="{23AEE469-4CBB-4686-BBFA-4051022AACEE}" type="pres">
      <dgm:prSet presAssocID="{C850ACCC-62F8-4CA0-9719-3E74CCBACBF5}" presName="arrow" presStyleLbl="node1" presStyleIdx="2" presStyleCnt="5">
        <dgm:presLayoutVars>
          <dgm:bulletEnabled val="1"/>
        </dgm:presLayoutVars>
      </dgm:prSet>
      <dgm:spPr/>
    </dgm:pt>
    <dgm:pt modelId="{578B524E-6B7B-4855-9AA4-F644B024D13D}" type="pres">
      <dgm:prSet presAssocID="{2132AE57-452B-4431-A9B5-66FEB93F531A}" presName="arrow" presStyleLbl="node1" presStyleIdx="3" presStyleCnt="5">
        <dgm:presLayoutVars>
          <dgm:bulletEnabled val="1"/>
        </dgm:presLayoutVars>
      </dgm:prSet>
      <dgm:spPr/>
    </dgm:pt>
    <dgm:pt modelId="{7AA75CB5-4C86-4481-92AE-EC1723DAA7E2}" type="pres">
      <dgm:prSet presAssocID="{12B3FCF6-C4B2-4479-B430-1816FA5FA127}" presName="arrow" presStyleLbl="node1" presStyleIdx="4" presStyleCnt="5">
        <dgm:presLayoutVars>
          <dgm:bulletEnabled val="1"/>
        </dgm:presLayoutVars>
      </dgm:prSet>
      <dgm:spPr/>
    </dgm:pt>
  </dgm:ptLst>
  <dgm:cxnLst>
    <dgm:cxn modelId="{DF713E23-08F3-4745-A36E-E8989E1C1605}" srcId="{C3F1AE31-63BC-4097-90E7-E3F6CCC37804}" destId="{12B3FCF6-C4B2-4479-B430-1816FA5FA127}" srcOrd="4" destOrd="0" parTransId="{BA342E2E-A0AF-41D2-B0EF-CB58FC585601}" sibTransId="{44841EA7-A143-4CE2-9791-5E2D1B6C72AC}"/>
    <dgm:cxn modelId="{5D354429-6ED4-4BC4-B8C4-00DD671C63BC}" srcId="{C3F1AE31-63BC-4097-90E7-E3F6CCC37804}" destId="{B0A22311-BA97-4E22-8F0F-CFA88C1CCB6C}" srcOrd="1" destOrd="0" parTransId="{D618B4BD-C88B-4F98-A92A-05122240AA65}" sibTransId="{8F5CF303-6A88-48F7-8E86-7A9E4C5310CA}"/>
    <dgm:cxn modelId="{C37AE62E-5156-40BD-81C8-6C2C370F1295}" type="presOf" srcId="{B0A22311-BA97-4E22-8F0F-CFA88C1CCB6C}" destId="{B32158C6-928A-4CDD-B4D2-CA0705309DB8}" srcOrd="0" destOrd="0" presId="urn:microsoft.com/office/officeart/2005/8/layout/arrow5"/>
    <dgm:cxn modelId="{FC80C93D-B670-4A33-BD1C-98C26D42C0E1}" type="presOf" srcId="{12B3FCF6-C4B2-4479-B430-1816FA5FA127}" destId="{7AA75CB5-4C86-4481-92AE-EC1723DAA7E2}" srcOrd="0" destOrd="0" presId="urn:microsoft.com/office/officeart/2005/8/layout/arrow5"/>
    <dgm:cxn modelId="{0C520A62-CE27-419E-A520-E3ACFD019A6A}" type="presOf" srcId="{AB87B471-FD39-4877-ABEE-94FF2852E8AE}" destId="{84DDB3F8-6BEF-411C-9A4B-6EE46925B471}" srcOrd="0" destOrd="0" presId="urn:microsoft.com/office/officeart/2005/8/layout/arrow5"/>
    <dgm:cxn modelId="{42B34E79-988D-45AF-8BE1-AD700292C9CB}" type="presOf" srcId="{C850ACCC-62F8-4CA0-9719-3E74CCBACBF5}" destId="{23AEE469-4CBB-4686-BBFA-4051022AACEE}" srcOrd="0" destOrd="0" presId="urn:microsoft.com/office/officeart/2005/8/layout/arrow5"/>
    <dgm:cxn modelId="{6F0383AA-8B2C-4E12-9ADD-0B096A561012}" srcId="{C3F1AE31-63BC-4097-90E7-E3F6CCC37804}" destId="{AB87B471-FD39-4877-ABEE-94FF2852E8AE}" srcOrd="0" destOrd="0" parTransId="{C1F3910E-C332-4778-A2CF-2EB4E4473A49}" sibTransId="{483D9BA7-118F-4C00-848C-7E7EC33CCDD4}"/>
    <dgm:cxn modelId="{BF4C7AC2-2AA5-431E-B8BA-4F95259EB552}" type="presOf" srcId="{C3F1AE31-63BC-4097-90E7-E3F6CCC37804}" destId="{61565E57-77EC-461E-852A-345D76C84E0E}" srcOrd="0" destOrd="0" presId="urn:microsoft.com/office/officeart/2005/8/layout/arrow5"/>
    <dgm:cxn modelId="{570903C7-BA07-414E-9B59-D4CC66F325F6}" srcId="{C3F1AE31-63BC-4097-90E7-E3F6CCC37804}" destId="{2132AE57-452B-4431-A9B5-66FEB93F531A}" srcOrd="3" destOrd="0" parTransId="{1F4D8E00-20F3-4B13-A777-841DB17E704E}" sibTransId="{83E5BE41-DD2C-4771-82B6-C836A27C87A2}"/>
    <dgm:cxn modelId="{29C955D5-7069-41B3-949A-DA913723E856}" srcId="{C3F1AE31-63BC-4097-90E7-E3F6CCC37804}" destId="{C850ACCC-62F8-4CA0-9719-3E74CCBACBF5}" srcOrd="2" destOrd="0" parTransId="{EB3E5DEF-240D-4C70-8FFA-5959E8EF1FCB}" sibTransId="{EE516C67-1AF8-4499-A8C2-5677C2A713CB}"/>
    <dgm:cxn modelId="{C977DBEC-AC96-4232-AE75-02F02AAEB66D}" type="presOf" srcId="{2132AE57-452B-4431-A9B5-66FEB93F531A}" destId="{578B524E-6B7B-4855-9AA4-F644B024D13D}" srcOrd="0" destOrd="0" presId="urn:microsoft.com/office/officeart/2005/8/layout/arrow5"/>
    <dgm:cxn modelId="{C3E7FC16-A018-418C-9868-695E18AD7E71}" type="presParOf" srcId="{61565E57-77EC-461E-852A-345D76C84E0E}" destId="{84DDB3F8-6BEF-411C-9A4B-6EE46925B471}" srcOrd="0" destOrd="0" presId="urn:microsoft.com/office/officeart/2005/8/layout/arrow5"/>
    <dgm:cxn modelId="{FA454B4A-62C5-4E74-9B1D-580FB4D697E5}" type="presParOf" srcId="{61565E57-77EC-461E-852A-345D76C84E0E}" destId="{B32158C6-928A-4CDD-B4D2-CA0705309DB8}" srcOrd="1" destOrd="0" presId="urn:microsoft.com/office/officeart/2005/8/layout/arrow5"/>
    <dgm:cxn modelId="{4BD06031-F754-4F83-8152-612094ED113D}" type="presParOf" srcId="{61565E57-77EC-461E-852A-345D76C84E0E}" destId="{23AEE469-4CBB-4686-BBFA-4051022AACEE}" srcOrd="2" destOrd="0" presId="urn:microsoft.com/office/officeart/2005/8/layout/arrow5"/>
    <dgm:cxn modelId="{1DBF170C-C144-4F88-98B2-7D0629CBF36A}" type="presParOf" srcId="{61565E57-77EC-461E-852A-345D76C84E0E}" destId="{578B524E-6B7B-4855-9AA4-F644B024D13D}" srcOrd="3" destOrd="0" presId="urn:microsoft.com/office/officeart/2005/8/layout/arrow5"/>
    <dgm:cxn modelId="{4A7AE728-429D-4F0C-BED2-BD164327220A}" type="presParOf" srcId="{61565E57-77EC-461E-852A-345D76C84E0E}" destId="{7AA75CB5-4C86-4481-92AE-EC1723DAA7E2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D58440-DB15-424C-960F-F9664C3256D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F2B633F-6967-4EA6-A641-17B66B012F76}">
      <dgm:prSet/>
      <dgm:spPr/>
      <dgm:t>
        <a:bodyPr/>
        <a:lstStyle/>
        <a:p>
          <a:r>
            <a:rPr lang="en-US"/>
            <a:t>• Backend funcional en Node.js con TypeScript (VS Code).</a:t>
          </a:r>
        </a:p>
      </dgm:t>
    </dgm:pt>
    <dgm:pt modelId="{5D0A0F3E-E874-4992-BCC5-790D0A8BA628}" type="parTrans" cxnId="{105AFE5E-BEB7-4199-A1CA-BAE35FA22B3C}">
      <dgm:prSet/>
      <dgm:spPr/>
      <dgm:t>
        <a:bodyPr/>
        <a:lstStyle/>
        <a:p>
          <a:endParaRPr lang="en-US"/>
        </a:p>
      </dgm:t>
    </dgm:pt>
    <dgm:pt modelId="{A4FD81E8-D1EF-4F05-8079-6664343C320E}" type="sibTrans" cxnId="{105AFE5E-BEB7-4199-A1CA-BAE35FA22B3C}">
      <dgm:prSet/>
      <dgm:spPr/>
      <dgm:t>
        <a:bodyPr/>
        <a:lstStyle/>
        <a:p>
          <a:endParaRPr lang="en-US"/>
        </a:p>
      </dgm:t>
    </dgm:pt>
    <dgm:pt modelId="{F3936AAD-DB19-4F10-B8D7-EB82DDA3AE67}">
      <dgm:prSet/>
      <dgm:spPr/>
      <dgm:t>
        <a:bodyPr/>
        <a:lstStyle/>
        <a:p>
          <a:r>
            <a:rPr lang="en-US"/>
            <a:t>• Base de datos diseñada en MySQL.</a:t>
          </a:r>
        </a:p>
      </dgm:t>
    </dgm:pt>
    <dgm:pt modelId="{A7335F08-A31C-48F9-B313-722F7AD1A668}" type="parTrans" cxnId="{B5063981-EC85-4775-A997-F0A3CFC7F3B7}">
      <dgm:prSet/>
      <dgm:spPr/>
      <dgm:t>
        <a:bodyPr/>
        <a:lstStyle/>
        <a:p>
          <a:endParaRPr lang="en-US"/>
        </a:p>
      </dgm:t>
    </dgm:pt>
    <dgm:pt modelId="{881D3E87-9086-4AEB-99EC-541571F33624}" type="sibTrans" cxnId="{B5063981-EC85-4775-A997-F0A3CFC7F3B7}">
      <dgm:prSet/>
      <dgm:spPr/>
      <dgm:t>
        <a:bodyPr/>
        <a:lstStyle/>
        <a:p>
          <a:endParaRPr lang="en-US"/>
        </a:p>
      </dgm:t>
    </dgm:pt>
    <dgm:pt modelId="{A1AA6B33-CF01-4671-B122-2AE7251E5D7B}">
      <dgm:prSet/>
      <dgm:spPr/>
      <dgm:t>
        <a:bodyPr/>
        <a:lstStyle/>
        <a:p>
          <a:r>
            <a:rPr lang="en-US"/>
            <a:t>• Diseño de endpoints para préstamos y devoluciones.</a:t>
          </a:r>
        </a:p>
      </dgm:t>
    </dgm:pt>
    <dgm:pt modelId="{5975E1D5-9957-4E76-8272-7F4C375E54E1}" type="parTrans" cxnId="{2F2E9868-D060-4798-8BC8-FF7FC110FE94}">
      <dgm:prSet/>
      <dgm:spPr/>
      <dgm:t>
        <a:bodyPr/>
        <a:lstStyle/>
        <a:p>
          <a:endParaRPr lang="en-US"/>
        </a:p>
      </dgm:t>
    </dgm:pt>
    <dgm:pt modelId="{64D26795-12B4-452C-A0E9-B400A560A65B}" type="sibTrans" cxnId="{2F2E9868-D060-4798-8BC8-FF7FC110FE94}">
      <dgm:prSet/>
      <dgm:spPr/>
      <dgm:t>
        <a:bodyPr/>
        <a:lstStyle/>
        <a:p>
          <a:endParaRPr lang="en-US"/>
        </a:p>
      </dgm:t>
    </dgm:pt>
    <dgm:pt modelId="{0E9A89BE-9963-4B15-8BC4-6EA8047581DD}">
      <dgm:prSet/>
      <dgm:spPr/>
      <dgm:t>
        <a:bodyPr/>
        <a:lstStyle/>
        <a:p>
          <a:r>
            <a:rPr lang="en-US"/>
            <a:t>• Estructura de seguridad implementada.</a:t>
          </a:r>
        </a:p>
      </dgm:t>
    </dgm:pt>
    <dgm:pt modelId="{1D8F71E6-7B02-4C13-B6F0-CEB9959570CA}" type="parTrans" cxnId="{694E39E2-4A70-4780-B71D-F294A2BE8792}">
      <dgm:prSet/>
      <dgm:spPr/>
      <dgm:t>
        <a:bodyPr/>
        <a:lstStyle/>
        <a:p>
          <a:endParaRPr lang="en-US"/>
        </a:p>
      </dgm:t>
    </dgm:pt>
    <dgm:pt modelId="{2B4E5E7E-41E2-482E-8784-DD363CFE2A95}" type="sibTrans" cxnId="{694E39E2-4A70-4780-B71D-F294A2BE8792}">
      <dgm:prSet/>
      <dgm:spPr/>
      <dgm:t>
        <a:bodyPr/>
        <a:lstStyle/>
        <a:p>
          <a:endParaRPr lang="en-US"/>
        </a:p>
      </dgm:t>
    </dgm:pt>
    <dgm:pt modelId="{E67BFF02-DE0B-4E23-B542-7C62C99195F2}">
      <dgm:prSet/>
      <dgm:spPr/>
      <dgm:t>
        <a:bodyPr/>
        <a:lstStyle/>
        <a:p>
          <a:r>
            <a:rPr lang="en-US"/>
            <a:t>• Presentación clara del modelo relacional y documentación técnica.</a:t>
          </a:r>
        </a:p>
      </dgm:t>
    </dgm:pt>
    <dgm:pt modelId="{F5B212A7-1E93-46C2-9C3F-691F9D9F6E8D}" type="parTrans" cxnId="{CC65BCF9-599C-4D96-90A3-FE85D7660027}">
      <dgm:prSet/>
      <dgm:spPr/>
      <dgm:t>
        <a:bodyPr/>
        <a:lstStyle/>
        <a:p>
          <a:endParaRPr lang="en-US"/>
        </a:p>
      </dgm:t>
    </dgm:pt>
    <dgm:pt modelId="{6D1191CF-D980-4D85-8163-12BEA3F454D3}" type="sibTrans" cxnId="{CC65BCF9-599C-4D96-90A3-FE85D7660027}">
      <dgm:prSet/>
      <dgm:spPr/>
      <dgm:t>
        <a:bodyPr/>
        <a:lstStyle/>
        <a:p>
          <a:endParaRPr lang="en-US"/>
        </a:p>
      </dgm:t>
    </dgm:pt>
    <dgm:pt modelId="{020C5387-90C8-4AE2-9CA9-398A9BFFE009}" type="pres">
      <dgm:prSet presAssocID="{ADD58440-DB15-424C-960F-F9664C3256D7}" presName="vert0" presStyleCnt="0">
        <dgm:presLayoutVars>
          <dgm:dir/>
          <dgm:animOne val="branch"/>
          <dgm:animLvl val="lvl"/>
        </dgm:presLayoutVars>
      </dgm:prSet>
      <dgm:spPr/>
    </dgm:pt>
    <dgm:pt modelId="{A9ADE027-2F42-4407-ADE4-36D5C817D9A1}" type="pres">
      <dgm:prSet presAssocID="{CF2B633F-6967-4EA6-A641-17B66B012F76}" presName="thickLine" presStyleLbl="alignNode1" presStyleIdx="0" presStyleCnt="5"/>
      <dgm:spPr/>
    </dgm:pt>
    <dgm:pt modelId="{0BA76972-42D0-48FD-8182-C28E2C84CA57}" type="pres">
      <dgm:prSet presAssocID="{CF2B633F-6967-4EA6-A641-17B66B012F76}" presName="horz1" presStyleCnt="0"/>
      <dgm:spPr/>
    </dgm:pt>
    <dgm:pt modelId="{A16F3E90-0969-48ED-BF0C-DC0F5B3F4A14}" type="pres">
      <dgm:prSet presAssocID="{CF2B633F-6967-4EA6-A641-17B66B012F76}" presName="tx1" presStyleLbl="revTx" presStyleIdx="0" presStyleCnt="5"/>
      <dgm:spPr/>
    </dgm:pt>
    <dgm:pt modelId="{FF8310EE-33E1-4008-9134-00DC82140D26}" type="pres">
      <dgm:prSet presAssocID="{CF2B633F-6967-4EA6-A641-17B66B012F76}" presName="vert1" presStyleCnt="0"/>
      <dgm:spPr/>
    </dgm:pt>
    <dgm:pt modelId="{213634B3-6346-4254-9D8B-D74FAACE7715}" type="pres">
      <dgm:prSet presAssocID="{F3936AAD-DB19-4F10-B8D7-EB82DDA3AE67}" presName="thickLine" presStyleLbl="alignNode1" presStyleIdx="1" presStyleCnt="5"/>
      <dgm:spPr/>
    </dgm:pt>
    <dgm:pt modelId="{B74BEE11-12DA-4332-B686-709C5CF4F1D2}" type="pres">
      <dgm:prSet presAssocID="{F3936AAD-DB19-4F10-B8D7-EB82DDA3AE67}" presName="horz1" presStyleCnt="0"/>
      <dgm:spPr/>
    </dgm:pt>
    <dgm:pt modelId="{A3171479-2220-4E66-B2B1-549B10FE21F9}" type="pres">
      <dgm:prSet presAssocID="{F3936AAD-DB19-4F10-B8D7-EB82DDA3AE67}" presName="tx1" presStyleLbl="revTx" presStyleIdx="1" presStyleCnt="5"/>
      <dgm:spPr/>
    </dgm:pt>
    <dgm:pt modelId="{EF4F59C2-11C5-4C76-9CAF-3A0265A62F15}" type="pres">
      <dgm:prSet presAssocID="{F3936AAD-DB19-4F10-B8D7-EB82DDA3AE67}" presName="vert1" presStyleCnt="0"/>
      <dgm:spPr/>
    </dgm:pt>
    <dgm:pt modelId="{F0237050-4579-438A-A73C-83FCEBEC7D1A}" type="pres">
      <dgm:prSet presAssocID="{A1AA6B33-CF01-4671-B122-2AE7251E5D7B}" presName="thickLine" presStyleLbl="alignNode1" presStyleIdx="2" presStyleCnt="5"/>
      <dgm:spPr/>
    </dgm:pt>
    <dgm:pt modelId="{C84D6666-80D2-4C55-B15A-4D1AECCF1139}" type="pres">
      <dgm:prSet presAssocID="{A1AA6B33-CF01-4671-B122-2AE7251E5D7B}" presName="horz1" presStyleCnt="0"/>
      <dgm:spPr/>
    </dgm:pt>
    <dgm:pt modelId="{08199AD6-C631-469B-9AD9-67D4C46E3B4D}" type="pres">
      <dgm:prSet presAssocID="{A1AA6B33-CF01-4671-B122-2AE7251E5D7B}" presName="tx1" presStyleLbl="revTx" presStyleIdx="2" presStyleCnt="5"/>
      <dgm:spPr/>
    </dgm:pt>
    <dgm:pt modelId="{E62C14EF-EA82-497F-BA5B-D623FED77CAA}" type="pres">
      <dgm:prSet presAssocID="{A1AA6B33-CF01-4671-B122-2AE7251E5D7B}" presName="vert1" presStyleCnt="0"/>
      <dgm:spPr/>
    </dgm:pt>
    <dgm:pt modelId="{CCFBD41E-4063-4125-ACD5-47D9FFD95C53}" type="pres">
      <dgm:prSet presAssocID="{0E9A89BE-9963-4B15-8BC4-6EA8047581DD}" presName="thickLine" presStyleLbl="alignNode1" presStyleIdx="3" presStyleCnt="5"/>
      <dgm:spPr/>
    </dgm:pt>
    <dgm:pt modelId="{13634D75-163D-4992-B820-E42588251CEA}" type="pres">
      <dgm:prSet presAssocID="{0E9A89BE-9963-4B15-8BC4-6EA8047581DD}" presName="horz1" presStyleCnt="0"/>
      <dgm:spPr/>
    </dgm:pt>
    <dgm:pt modelId="{8D008183-65B8-461F-AFB4-B98C614B06C3}" type="pres">
      <dgm:prSet presAssocID="{0E9A89BE-9963-4B15-8BC4-6EA8047581DD}" presName="tx1" presStyleLbl="revTx" presStyleIdx="3" presStyleCnt="5"/>
      <dgm:spPr/>
    </dgm:pt>
    <dgm:pt modelId="{C4000885-221F-45D5-9DD8-89DE18EBC88D}" type="pres">
      <dgm:prSet presAssocID="{0E9A89BE-9963-4B15-8BC4-6EA8047581DD}" presName="vert1" presStyleCnt="0"/>
      <dgm:spPr/>
    </dgm:pt>
    <dgm:pt modelId="{D41E86C1-E872-4557-A388-460D7ECE9AA0}" type="pres">
      <dgm:prSet presAssocID="{E67BFF02-DE0B-4E23-B542-7C62C99195F2}" presName="thickLine" presStyleLbl="alignNode1" presStyleIdx="4" presStyleCnt="5"/>
      <dgm:spPr/>
    </dgm:pt>
    <dgm:pt modelId="{F7F186F5-5E23-4971-A066-75B58CB7A6C8}" type="pres">
      <dgm:prSet presAssocID="{E67BFF02-DE0B-4E23-B542-7C62C99195F2}" presName="horz1" presStyleCnt="0"/>
      <dgm:spPr/>
    </dgm:pt>
    <dgm:pt modelId="{A4464BC6-F6A8-46B0-AA45-842FF09C6BAB}" type="pres">
      <dgm:prSet presAssocID="{E67BFF02-DE0B-4E23-B542-7C62C99195F2}" presName="tx1" presStyleLbl="revTx" presStyleIdx="4" presStyleCnt="5"/>
      <dgm:spPr/>
    </dgm:pt>
    <dgm:pt modelId="{7C9E5430-351B-4117-8EC8-04EF4EA70E0D}" type="pres">
      <dgm:prSet presAssocID="{E67BFF02-DE0B-4E23-B542-7C62C99195F2}" presName="vert1" presStyleCnt="0"/>
      <dgm:spPr/>
    </dgm:pt>
  </dgm:ptLst>
  <dgm:cxnLst>
    <dgm:cxn modelId="{9A0EBE33-28EF-455E-AC34-F55EA09F1103}" type="presOf" srcId="{0E9A89BE-9963-4B15-8BC4-6EA8047581DD}" destId="{8D008183-65B8-461F-AFB4-B98C614B06C3}" srcOrd="0" destOrd="0" presId="urn:microsoft.com/office/officeart/2008/layout/LinedList"/>
    <dgm:cxn modelId="{105AFE5E-BEB7-4199-A1CA-BAE35FA22B3C}" srcId="{ADD58440-DB15-424C-960F-F9664C3256D7}" destId="{CF2B633F-6967-4EA6-A641-17B66B012F76}" srcOrd="0" destOrd="0" parTransId="{5D0A0F3E-E874-4992-BCC5-790D0A8BA628}" sibTransId="{A4FD81E8-D1EF-4F05-8079-6664343C320E}"/>
    <dgm:cxn modelId="{2F2E9868-D060-4798-8BC8-FF7FC110FE94}" srcId="{ADD58440-DB15-424C-960F-F9664C3256D7}" destId="{A1AA6B33-CF01-4671-B122-2AE7251E5D7B}" srcOrd="2" destOrd="0" parTransId="{5975E1D5-9957-4E76-8272-7F4C375E54E1}" sibTransId="{64D26795-12B4-452C-A0E9-B400A560A65B}"/>
    <dgm:cxn modelId="{B5063981-EC85-4775-A997-F0A3CFC7F3B7}" srcId="{ADD58440-DB15-424C-960F-F9664C3256D7}" destId="{F3936AAD-DB19-4F10-B8D7-EB82DDA3AE67}" srcOrd="1" destOrd="0" parTransId="{A7335F08-A31C-48F9-B313-722F7AD1A668}" sibTransId="{881D3E87-9086-4AEB-99EC-541571F33624}"/>
    <dgm:cxn modelId="{06CE0591-E35B-4B5D-B33E-27E93A046B68}" type="presOf" srcId="{A1AA6B33-CF01-4671-B122-2AE7251E5D7B}" destId="{08199AD6-C631-469B-9AD9-67D4C46E3B4D}" srcOrd="0" destOrd="0" presId="urn:microsoft.com/office/officeart/2008/layout/LinedList"/>
    <dgm:cxn modelId="{27068D99-A66A-4152-89EE-A3FF53FD8DE9}" type="presOf" srcId="{ADD58440-DB15-424C-960F-F9664C3256D7}" destId="{020C5387-90C8-4AE2-9CA9-398A9BFFE009}" srcOrd="0" destOrd="0" presId="urn:microsoft.com/office/officeart/2008/layout/LinedList"/>
    <dgm:cxn modelId="{D3FFB3C7-60CA-4B05-B0DB-F15900EABA5A}" type="presOf" srcId="{F3936AAD-DB19-4F10-B8D7-EB82DDA3AE67}" destId="{A3171479-2220-4E66-B2B1-549B10FE21F9}" srcOrd="0" destOrd="0" presId="urn:microsoft.com/office/officeart/2008/layout/LinedList"/>
    <dgm:cxn modelId="{74740BCF-F04B-4F89-A1B2-1CAC77B090F2}" type="presOf" srcId="{CF2B633F-6967-4EA6-A641-17B66B012F76}" destId="{A16F3E90-0969-48ED-BF0C-DC0F5B3F4A14}" srcOrd="0" destOrd="0" presId="urn:microsoft.com/office/officeart/2008/layout/LinedList"/>
    <dgm:cxn modelId="{694E39E2-4A70-4780-B71D-F294A2BE8792}" srcId="{ADD58440-DB15-424C-960F-F9664C3256D7}" destId="{0E9A89BE-9963-4B15-8BC4-6EA8047581DD}" srcOrd="3" destOrd="0" parTransId="{1D8F71E6-7B02-4C13-B6F0-CEB9959570CA}" sibTransId="{2B4E5E7E-41E2-482E-8784-DD363CFE2A95}"/>
    <dgm:cxn modelId="{32FB43F7-70B6-42F6-AB58-418E3B2FC326}" type="presOf" srcId="{E67BFF02-DE0B-4E23-B542-7C62C99195F2}" destId="{A4464BC6-F6A8-46B0-AA45-842FF09C6BAB}" srcOrd="0" destOrd="0" presId="urn:microsoft.com/office/officeart/2008/layout/LinedList"/>
    <dgm:cxn modelId="{CC65BCF9-599C-4D96-90A3-FE85D7660027}" srcId="{ADD58440-DB15-424C-960F-F9664C3256D7}" destId="{E67BFF02-DE0B-4E23-B542-7C62C99195F2}" srcOrd="4" destOrd="0" parTransId="{F5B212A7-1E93-46C2-9C3F-691F9D9F6E8D}" sibTransId="{6D1191CF-D980-4D85-8163-12BEA3F454D3}"/>
    <dgm:cxn modelId="{46A4E556-C56B-4D87-86E1-780D57D6EEA2}" type="presParOf" srcId="{020C5387-90C8-4AE2-9CA9-398A9BFFE009}" destId="{A9ADE027-2F42-4407-ADE4-36D5C817D9A1}" srcOrd="0" destOrd="0" presId="urn:microsoft.com/office/officeart/2008/layout/LinedList"/>
    <dgm:cxn modelId="{35554272-E96E-4AD7-936F-9246A6885042}" type="presParOf" srcId="{020C5387-90C8-4AE2-9CA9-398A9BFFE009}" destId="{0BA76972-42D0-48FD-8182-C28E2C84CA57}" srcOrd="1" destOrd="0" presId="urn:microsoft.com/office/officeart/2008/layout/LinedList"/>
    <dgm:cxn modelId="{41C3E417-177A-4BB9-B931-BF78E0E50695}" type="presParOf" srcId="{0BA76972-42D0-48FD-8182-C28E2C84CA57}" destId="{A16F3E90-0969-48ED-BF0C-DC0F5B3F4A14}" srcOrd="0" destOrd="0" presId="urn:microsoft.com/office/officeart/2008/layout/LinedList"/>
    <dgm:cxn modelId="{F814FB19-9357-45C4-B48B-D35E6333D82D}" type="presParOf" srcId="{0BA76972-42D0-48FD-8182-C28E2C84CA57}" destId="{FF8310EE-33E1-4008-9134-00DC82140D26}" srcOrd="1" destOrd="0" presId="urn:microsoft.com/office/officeart/2008/layout/LinedList"/>
    <dgm:cxn modelId="{275393C9-E5E9-4A4F-906C-9FAA8EAC4A4C}" type="presParOf" srcId="{020C5387-90C8-4AE2-9CA9-398A9BFFE009}" destId="{213634B3-6346-4254-9D8B-D74FAACE7715}" srcOrd="2" destOrd="0" presId="urn:microsoft.com/office/officeart/2008/layout/LinedList"/>
    <dgm:cxn modelId="{E57BA631-4F74-4D2C-967F-F6533DB366E2}" type="presParOf" srcId="{020C5387-90C8-4AE2-9CA9-398A9BFFE009}" destId="{B74BEE11-12DA-4332-B686-709C5CF4F1D2}" srcOrd="3" destOrd="0" presId="urn:microsoft.com/office/officeart/2008/layout/LinedList"/>
    <dgm:cxn modelId="{14919E42-20DE-41FF-8515-AE1CB5E424A1}" type="presParOf" srcId="{B74BEE11-12DA-4332-B686-709C5CF4F1D2}" destId="{A3171479-2220-4E66-B2B1-549B10FE21F9}" srcOrd="0" destOrd="0" presId="urn:microsoft.com/office/officeart/2008/layout/LinedList"/>
    <dgm:cxn modelId="{824C034F-B701-40D0-B820-2C67C51CA4BF}" type="presParOf" srcId="{B74BEE11-12DA-4332-B686-709C5CF4F1D2}" destId="{EF4F59C2-11C5-4C76-9CAF-3A0265A62F15}" srcOrd="1" destOrd="0" presId="urn:microsoft.com/office/officeart/2008/layout/LinedList"/>
    <dgm:cxn modelId="{3B676DF5-BD51-4D9B-BAF9-180B4DDC7792}" type="presParOf" srcId="{020C5387-90C8-4AE2-9CA9-398A9BFFE009}" destId="{F0237050-4579-438A-A73C-83FCEBEC7D1A}" srcOrd="4" destOrd="0" presId="urn:microsoft.com/office/officeart/2008/layout/LinedList"/>
    <dgm:cxn modelId="{DF025086-749B-4E68-AD9C-AEA65BBD6DC2}" type="presParOf" srcId="{020C5387-90C8-4AE2-9CA9-398A9BFFE009}" destId="{C84D6666-80D2-4C55-B15A-4D1AECCF1139}" srcOrd="5" destOrd="0" presId="urn:microsoft.com/office/officeart/2008/layout/LinedList"/>
    <dgm:cxn modelId="{BB56E457-3EDA-4E54-B8F3-4015C6D01AA4}" type="presParOf" srcId="{C84D6666-80D2-4C55-B15A-4D1AECCF1139}" destId="{08199AD6-C631-469B-9AD9-67D4C46E3B4D}" srcOrd="0" destOrd="0" presId="urn:microsoft.com/office/officeart/2008/layout/LinedList"/>
    <dgm:cxn modelId="{7774BDC2-4ADC-41EB-AAEA-8A6094D3C436}" type="presParOf" srcId="{C84D6666-80D2-4C55-B15A-4D1AECCF1139}" destId="{E62C14EF-EA82-497F-BA5B-D623FED77CAA}" srcOrd="1" destOrd="0" presId="urn:microsoft.com/office/officeart/2008/layout/LinedList"/>
    <dgm:cxn modelId="{8D3F47A5-4B18-4600-908B-825D79B7705F}" type="presParOf" srcId="{020C5387-90C8-4AE2-9CA9-398A9BFFE009}" destId="{CCFBD41E-4063-4125-ACD5-47D9FFD95C53}" srcOrd="6" destOrd="0" presId="urn:microsoft.com/office/officeart/2008/layout/LinedList"/>
    <dgm:cxn modelId="{293833C3-F288-456F-9BCD-9158B05D78C8}" type="presParOf" srcId="{020C5387-90C8-4AE2-9CA9-398A9BFFE009}" destId="{13634D75-163D-4992-B820-E42588251CEA}" srcOrd="7" destOrd="0" presId="urn:microsoft.com/office/officeart/2008/layout/LinedList"/>
    <dgm:cxn modelId="{1556FB01-CA64-4672-9C50-6C301918D3F2}" type="presParOf" srcId="{13634D75-163D-4992-B820-E42588251CEA}" destId="{8D008183-65B8-461F-AFB4-B98C614B06C3}" srcOrd="0" destOrd="0" presId="urn:microsoft.com/office/officeart/2008/layout/LinedList"/>
    <dgm:cxn modelId="{233BB273-9E47-4ABE-991C-7C25236437EA}" type="presParOf" srcId="{13634D75-163D-4992-B820-E42588251CEA}" destId="{C4000885-221F-45D5-9DD8-89DE18EBC88D}" srcOrd="1" destOrd="0" presId="urn:microsoft.com/office/officeart/2008/layout/LinedList"/>
    <dgm:cxn modelId="{2807636E-BACA-4DD5-98AE-4A0C2ED15DDD}" type="presParOf" srcId="{020C5387-90C8-4AE2-9CA9-398A9BFFE009}" destId="{D41E86C1-E872-4557-A388-460D7ECE9AA0}" srcOrd="8" destOrd="0" presId="urn:microsoft.com/office/officeart/2008/layout/LinedList"/>
    <dgm:cxn modelId="{F0FE6173-4EBF-47AE-A678-936416B05805}" type="presParOf" srcId="{020C5387-90C8-4AE2-9CA9-398A9BFFE009}" destId="{F7F186F5-5E23-4971-A066-75B58CB7A6C8}" srcOrd="9" destOrd="0" presId="urn:microsoft.com/office/officeart/2008/layout/LinedList"/>
    <dgm:cxn modelId="{D4E65FB7-EBAC-410A-B35E-E4A5D84B5C9C}" type="presParOf" srcId="{F7F186F5-5E23-4971-A066-75B58CB7A6C8}" destId="{A4464BC6-F6A8-46B0-AA45-842FF09C6BAB}" srcOrd="0" destOrd="0" presId="urn:microsoft.com/office/officeart/2008/layout/LinedList"/>
    <dgm:cxn modelId="{F4603B1C-7C85-4BDB-81ED-27D888FAEAF3}" type="presParOf" srcId="{F7F186F5-5E23-4971-A066-75B58CB7A6C8}" destId="{7C9E5430-351B-4117-8EC8-04EF4EA70E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DB3F8-6BEF-411C-9A4B-6EE46925B471}">
      <dsp:nvSpPr>
        <dsp:cNvPr id="0" name=""/>
        <dsp:cNvSpPr/>
      </dsp:nvSpPr>
      <dsp:spPr>
        <a:xfrm>
          <a:off x="1266641" y="217821"/>
          <a:ext cx="1507342" cy="150734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Design Thinking para el análisis de necesidades y solución creativa.</a:t>
          </a:r>
        </a:p>
      </dsp:txBody>
      <dsp:txXfrm>
        <a:off x="1643477" y="217821"/>
        <a:ext cx="753671" cy="1243557"/>
      </dsp:txXfrm>
    </dsp:sp>
    <dsp:sp modelId="{B32158C6-928A-4CDD-B4D2-CA0705309DB8}">
      <dsp:nvSpPr>
        <dsp:cNvPr id="0" name=""/>
        <dsp:cNvSpPr/>
      </dsp:nvSpPr>
      <dsp:spPr>
        <a:xfrm rot="4320000">
          <a:off x="2532787" y="1137730"/>
          <a:ext cx="1507342" cy="150734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MoSCoW para priorización de requisitos.</a:t>
          </a:r>
        </a:p>
      </dsp:txBody>
      <dsp:txXfrm rot="-5400000">
        <a:off x="2790117" y="1473809"/>
        <a:ext cx="1243557" cy="753671"/>
      </dsp:txXfrm>
    </dsp:sp>
    <dsp:sp modelId="{23AEE469-4CBB-4686-BBFA-4051022AACEE}">
      <dsp:nvSpPr>
        <dsp:cNvPr id="0" name=""/>
        <dsp:cNvSpPr/>
      </dsp:nvSpPr>
      <dsp:spPr>
        <a:xfrm rot="8640000">
          <a:off x="2049162" y="2626173"/>
          <a:ext cx="1507342" cy="150734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UML para modelado de casos de uso y estructuras.</a:t>
          </a:r>
        </a:p>
      </dsp:txBody>
      <dsp:txXfrm rot="10800000">
        <a:off x="2503522" y="2864769"/>
        <a:ext cx="753671" cy="1243557"/>
      </dsp:txXfrm>
    </dsp:sp>
    <dsp:sp modelId="{578B524E-6B7B-4855-9AA4-F644B024D13D}">
      <dsp:nvSpPr>
        <dsp:cNvPr id="0" name=""/>
        <dsp:cNvSpPr/>
      </dsp:nvSpPr>
      <dsp:spPr>
        <a:xfrm rot="12960000">
          <a:off x="484120" y="2626173"/>
          <a:ext cx="1507342" cy="150734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Control de versiones con Git.</a:t>
          </a:r>
        </a:p>
      </dsp:txBody>
      <dsp:txXfrm rot="10800000">
        <a:off x="783431" y="2864768"/>
        <a:ext cx="753671" cy="1243557"/>
      </dsp:txXfrm>
    </dsp:sp>
    <dsp:sp modelId="{7AA75CB5-4C86-4481-92AE-EC1723DAA7E2}">
      <dsp:nvSpPr>
        <dsp:cNvPr id="0" name=""/>
        <dsp:cNvSpPr/>
      </dsp:nvSpPr>
      <dsp:spPr>
        <a:xfrm rot="17280000">
          <a:off x="495" y="1137730"/>
          <a:ext cx="1507342" cy="150734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• Gestión de tareas con Trello.</a:t>
          </a:r>
        </a:p>
      </dsp:txBody>
      <dsp:txXfrm rot="5400000">
        <a:off x="6950" y="1473808"/>
        <a:ext cx="1243557" cy="7536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DE027-2F42-4407-ADE4-36D5C817D9A1}">
      <dsp:nvSpPr>
        <dsp:cNvPr id="0" name=""/>
        <dsp:cNvSpPr/>
      </dsp:nvSpPr>
      <dsp:spPr>
        <a:xfrm>
          <a:off x="0" y="531"/>
          <a:ext cx="40406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F3E90-0969-48ED-BF0C-DC0F5B3F4A14}">
      <dsp:nvSpPr>
        <dsp:cNvPr id="0" name=""/>
        <dsp:cNvSpPr/>
      </dsp:nvSpPr>
      <dsp:spPr>
        <a:xfrm>
          <a:off x="0" y="531"/>
          <a:ext cx="4040626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Backend funcional en Node.js con TypeScript (VS Code).</a:t>
          </a:r>
        </a:p>
      </dsp:txBody>
      <dsp:txXfrm>
        <a:off x="0" y="531"/>
        <a:ext cx="4040626" cy="870055"/>
      </dsp:txXfrm>
    </dsp:sp>
    <dsp:sp modelId="{213634B3-6346-4254-9D8B-D74FAACE7715}">
      <dsp:nvSpPr>
        <dsp:cNvPr id="0" name=""/>
        <dsp:cNvSpPr/>
      </dsp:nvSpPr>
      <dsp:spPr>
        <a:xfrm>
          <a:off x="0" y="870586"/>
          <a:ext cx="40406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71479-2220-4E66-B2B1-549B10FE21F9}">
      <dsp:nvSpPr>
        <dsp:cNvPr id="0" name=""/>
        <dsp:cNvSpPr/>
      </dsp:nvSpPr>
      <dsp:spPr>
        <a:xfrm>
          <a:off x="0" y="870586"/>
          <a:ext cx="4040626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Base de datos diseñada en MySQL.</a:t>
          </a:r>
        </a:p>
      </dsp:txBody>
      <dsp:txXfrm>
        <a:off x="0" y="870586"/>
        <a:ext cx="4040626" cy="870055"/>
      </dsp:txXfrm>
    </dsp:sp>
    <dsp:sp modelId="{F0237050-4579-438A-A73C-83FCEBEC7D1A}">
      <dsp:nvSpPr>
        <dsp:cNvPr id="0" name=""/>
        <dsp:cNvSpPr/>
      </dsp:nvSpPr>
      <dsp:spPr>
        <a:xfrm>
          <a:off x="0" y="1740641"/>
          <a:ext cx="40406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99AD6-C631-469B-9AD9-67D4C46E3B4D}">
      <dsp:nvSpPr>
        <dsp:cNvPr id="0" name=""/>
        <dsp:cNvSpPr/>
      </dsp:nvSpPr>
      <dsp:spPr>
        <a:xfrm>
          <a:off x="0" y="1740641"/>
          <a:ext cx="4040626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Diseño de endpoints para préstamos y devoluciones.</a:t>
          </a:r>
        </a:p>
      </dsp:txBody>
      <dsp:txXfrm>
        <a:off x="0" y="1740641"/>
        <a:ext cx="4040626" cy="870055"/>
      </dsp:txXfrm>
    </dsp:sp>
    <dsp:sp modelId="{CCFBD41E-4063-4125-ACD5-47D9FFD95C53}">
      <dsp:nvSpPr>
        <dsp:cNvPr id="0" name=""/>
        <dsp:cNvSpPr/>
      </dsp:nvSpPr>
      <dsp:spPr>
        <a:xfrm>
          <a:off x="0" y="2610696"/>
          <a:ext cx="40406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08183-65B8-461F-AFB4-B98C614B06C3}">
      <dsp:nvSpPr>
        <dsp:cNvPr id="0" name=""/>
        <dsp:cNvSpPr/>
      </dsp:nvSpPr>
      <dsp:spPr>
        <a:xfrm>
          <a:off x="0" y="2610696"/>
          <a:ext cx="4040626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Estructura de seguridad implementada.</a:t>
          </a:r>
        </a:p>
      </dsp:txBody>
      <dsp:txXfrm>
        <a:off x="0" y="2610696"/>
        <a:ext cx="4040626" cy="870055"/>
      </dsp:txXfrm>
    </dsp:sp>
    <dsp:sp modelId="{D41E86C1-E872-4557-A388-460D7ECE9AA0}">
      <dsp:nvSpPr>
        <dsp:cNvPr id="0" name=""/>
        <dsp:cNvSpPr/>
      </dsp:nvSpPr>
      <dsp:spPr>
        <a:xfrm>
          <a:off x="0" y="3480751"/>
          <a:ext cx="40406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64BC6-F6A8-46B0-AA45-842FF09C6BAB}">
      <dsp:nvSpPr>
        <dsp:cNvPr id="0" name=""/>
        <dsp:cNvSpPr/>
      </dsp:nvSpPr>
      <dsp:spPr>
        <a:xfrm>
          <a:off x="0" y="3480751"/>
          <a:ext cx="4040626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Presentación clara del modelo relacional y documentación técnica.</a:t>
          </a:r>
        </a:p>
      </dsp:txBody>
      <dsp:txXfrm>
        <a:off x="0" y="3480751"/>
        <a:ext cx="4040626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8A592-10CC-41DA-8A65-E44452965498}" type="datetimeFigureOut">
              <a:rPr lang="es-CO" smtClean="0"/>
              <a:t>22/05/2025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364E6-DCC3-49D8-9C3D-FC0D489071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117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1" y="643467"/>
            <a:ext cx="3465438" cy="4567137"/>
          </a:xfrm>
        </p:spPr>
        <p:txBody>
          <a:bodyPr>
            <a:normAutofit/>
          </a:bodyPr>
          <a:lstStyle/>
          <a:p>
            <a:pPr algn="l"/>
            <a:r>
              <a:rPr lang="es-CO" sz="3800" dirty="0"/>
              <a:t>Biblioteca Escolar Inteligente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600" y="5277684"/>
            <a:ext cx="3465438" cy="77549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sz="1500" dirty="0"/>
              <a:t>Proyecto Final - Análisis de Sistemas</a:t>
            </a:r>
          </a:p>
          <a:p>
            <a:pPr algn="l">
              <a:lnSpc>
                <a:spcPct val="90000"/>
              </a:lnSpc>
            </a:pPr>
            <a:r>
              <a:rPr lang="es-ES" sz="1500" dirty="0"/>
              <a:t>Autores: Daniel Fontalvo y Leonardo Fabio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FFC0E-C282-BBC1-D5E7-DFFC100DA6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7" r="35132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Libros apilados en una mesa">
            <a:extLst>
              <a:ext uri="{FF2B5EF4-FFF2-40B4-BE49-F238E27FC236}">
                <a16:creationId xmlns:a16="http://schemas.microsoft.com/office/drawing/2014/main" id="{AC183788-8924-BE75-90B2-9A7EC27EF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35" r="14377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O" sz="3200"/>
              <a:t>Problema Identificado</a:t>
            </a:r>
            <a:br>
              <a:rPr lang="es-CO" sz="3200"/>
            </a:br>
            <a:br>
              <a:rPr lang="es-CO" sz="3200"/>
            </a:br>
            <a:endParaRPr lang="es-CO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s-ES" sz="1700" dirty="0"/>
              <a:t>En muchas bibliotecas escolares, los procesos de préstamo y devolución de libros se realizan manualmente, lo que causa retrasos, pérdida de información y falta de control sobre los recursos disponibles.</a:t>
            </a:r>
          </a:p>
          <a:p>
            <a:endParaRPr lang="es-E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Una vista superior de libros con diferentes colores de portada">
            <a:extLst>
              <a:ext uri="{FF2B5EF4-FFF2-40B4-BE49-F238E27FC236}">
                <a16:creationId xmlns:a16="http://schemas.microsoft.com/office/drawing/2014/main" id="{4E4D1C77-9A0A-2D4E-E360-83E86826DA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63" r="2467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s-CO" sz="3500"/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s-ES" sz="1700"/>
              <a:t>Desarrollar un sistema inteligente de biblioteca escolar que permita gestionar de forma digital los préstamos, devoluciones, notificaciones y el estado de los libros, a través de un backend robusto en Node.js con TypeScript, una base de datos MySQL y un frontend sencillo y eficaz.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062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Metodología Utilizada</a:t>
            </a:r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AEC07-D35A-D3A6-133D-E464286CF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88" r="28964"/>
          <a:stretch>
            <a:fillRect/>
          </a:stretch>
        </p:blipFill>
        <p:spPr>
          <a:xfrm>
            <a:off x="4982588" y="1295416"/>
            <a:ext cx="4178030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2588" y="1656147"/>
            <a:ext cx="409575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054" y="587516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BA1356-95C5-95EB-3B5D-AD9832398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888154"/>
              </p:ext>
            </p:extLst>
          </p:nvPr>
        </p:nvGraphicFramePr>
        <p:xfrm>
          <a:off x="628650" y="1825625"/>
          <a:ext cx="404062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062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Avances del Proyecto</a:t>
            </a:r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002ED-0113-CFE9-EBCA-3F80313C9A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43" r="8264" b="-1"/>
          <a:stretch>
            <a:fillRect/>
          </a:stretch>
        </p:blipFill>
        <p:spPr>
          <a:xfrm>
            <a:off x="4965970" y="1295416"/>
            <a:ext cx="4178030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2588" y="1656147"/>
            <a:ext cx="409575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054" y="587516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6CEBC2-01BB-2A46-1162-99A637281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23631"/>
              </p:ext>
            </p:extLst>
          </p:nvPr>
        </p:nvGraphicFramePr>
        <p:xfrm>
          <a:off x="628650" y="1825625"/>
          <a:ext cx="404062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CO" sz="3500"/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Este sistema busca mejorar el control de los recursos bibliográficos escolares, agilizar el proceso de préstamos y devoluciones, y reducir los errores humanos. Se sienta una base sólida para futuras ampliaciones como reportes automáticos, integración con lectores QR,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A798B-60EE-0080-9A5A-DC58A4274D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91" b="-445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38A717-FF90-EAF0-1093-C16FA372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53" y="640080"/>
            <a:ext cx="2800511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dirty="0"/>
              <a:t>Muchas Gracias 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753" y="4409267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19" descr="Primer plano de unos libros apilados">
            <a:extLst>
              <a:ext uri="{FF2B5EF4-FFF2-40B4-BE49-F238E27FC236}">
                <a16:creationId xmlns:a16="http://schemas.microsoft.com/office/drawing/2014/main" id="{0E37D83C-EEC0-260F-B011-0EC36A18F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685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8111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250</Words>
  <Application>Microsoft Office PowerPoint</Application>
  <PresentationFormat>Presentación en pantalla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Biblioteca Escolar Inteligente</vt:lpstr>
      <vt:lpstr>Problema Identificado  </vt:lpstr>
      <vt:lpstr>Solución Propuesta</vt:lpstr>
      <vt:lpstr>Metodología Utilizada</vt:lpstr>
      <vt:lpstr>Avances del Proyecto</vt:lpstr>
      <vt:lpstr>Conclusiones</vt:lpstr>
      <vt:lpstr>Muchas Gracias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Daesfo27</dc:creator>
  <cp:keywords/>
  <dc:description>generated using python-pptx</dc:description>
  <cp:lastModifiedBy>Daesfo 27</cp:lastModifiedBy>
  <cp:revision>3</cp:revision>
  <dcterms:created xsi:type="dcterms:W3CDTF">2013-01-27T09:14:16Z</dcterms:created>
  <dcterms:modified xsi:type="dcterms:W3CDTF">2025-05-22T22:14:34Z</dcterms:modified>
  <cp:category/>
</cp:coreProperties>
</file>